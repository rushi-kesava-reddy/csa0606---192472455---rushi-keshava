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C94ACE-9F8A-4E76-A22C-60A479089069}" v="16" dt="2026-07-22T04:03:37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 YUGANDHAR" userId="3f9e8be6ddac5864" providerId="LiveId" clId="{FCC852F4-6724-4F00-B3B9-D8B0111159E2}"/>
    <pc:docChg chg="custSel addSld modSld">
      <pc:chgData name="V YUGANDHAR" userId="3f9e8be6ddac5864" providerId="LiveId" clId="{FCC852F4-6724-4F00-B3B9-D8B0111159E2}" dt="2026-07-22T04:07:23.004" v="134" actId="2711"/>
      <pc:docMkLst>
        <pc:docMk/>
      </pc:docMkLst>
      <pc:sldChg chg="modSp mod">
        <pc:chgData name="V YUGANDHAR" userId="3f9e8be6ddac5864" providerId="LiveId" clId="{FCC852F4-6724-4F00-B3B9-D8B0111159E2}" dt="2026-07-22T03:29:24.301" v="40" actId="20577"/>
        <pc:sldMkLst>
          <pc:docMk/>
          <pc:sldMk cId="0" sldId="256"/>
        </pc:sldMkLst>
        <pc:spChg chg="mod">
          <ac:chgData name="V YUGANDHAR" userId="3f9e8be6ddac5864" providerId="LiveId" clId="{FCC852F4-6724-4F00-B3B9-D8B0111159E2}" dt="2026-07-22T03:29:00.887" v="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V YUGANDHAR" userId="3f9e8be6ddac5864" providerId="LiveId" clId="{FCC852F4-6724-4F00-B3B9-D8B0111159E2}" dt="2026-07-22T03:29:24.301" v="40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 YUGANDHAR" userId="3f9e8be6ddac5864" providerId="LiveId" clId="{FCC852F4-6724-4F00-B3B9-D8B0111159E2}" dt="2026-07-22T04:07:23.004" v="134" actId="2711"/>
        <pc:sldMkLst>
          <pc:docMk/>
          <pc:sldMk cId="0" sldId="257"/>
        </pc:sldMkLst>
        <pc:spChg chg="mod">
          <ac:chgData name="V YUGANDHAR" userId="3f9e8be6ddac5864" providerId="LiveId" clId="{FCC852F4-6724-4F00-B3B9-D8B0111159E2}" dt="2026-07-22T03:32:25.081" v="57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V YUGANDHAR" userId="3f9e8be6ddac5864" providerId="LiveId" clId="{FCC852F4-6724-4F00-B3B9-D8B0111159E2}" dt="2026-07-22T04:07:23.004" v="134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V YUGANDHAR" userId="3f9e8be6ddac5864" providerId="LiveId" clId="{FCC852F4-6724-4F00-B3B9-D8B0111159E2}" dt="2026-07-22T04:05:36.120" v="130" actId="255"/>
        <pc:sldMkLst>
          <pc:docMk/>
          <pc:sldMk cId="0" sldId="258"/>
        </pc:sldMkLst>
        <pc:spChg chg="mod">
          <ac:chgData name="V YUGANDHAR" userId="3f9e8be6ddac5864" providerId="LiveId" clId="{FCC852F4-6724-4F00-B3B9-D8B0111159E2}" dt="2026-07-22T03:34:00.387" v="62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V YUGANDHAR" userId="3f9e8be6ddac5864" providerId="LiveId" clId="{FCC852F4-6724-4F00-B3B9-D8B0111159E2}" dt="2026-07-22T04:05:36.120" v="130" actId="255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">
        <pc:chgData name="V YUGANDHAR" userId="3f9e8be6ddac5864" providerId="LiveId" clId="{FCC852F4-6724-4F00-B3B9-D8B0111159E2}" dt="2026-07-22T04:05:56.294" v="131" actId="2711"/>
        <pc:sldMkLst>
          <pc:docMk/>
          <pc:sldMk cId="0" sldId="259"/>
        </pc:sldMkLst>
        <pc:spChg chg="mod">
          <ac:chgData name="V YUGANDHAR" userId="3f9e8be6ddac5864" providerId="LiveId" clId="{FCC852F4-6724-4F00-B3B9-D8B0111159E2}" dt="2026-07-22T04:05:56.294" v="131" actId="2711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V YUGANDHAR" userId="3f9e8be6ddac5864" providerId="LiveId" clId="{FCC852F4-6724-4F00-B3B9-D8B0111159E2}" dt="2026-07-22T03:56:19.743" v="67" actId="478"/>
          <ac:spMkLst>
            <pc:docMk/>
            <pc:sldMk cId="0" sldId="259"/>
            <ac:spMk id="3" creationId="{00000000-0000-0000-0000-000000000000}"/>
          </ac:spMkLst>
        </pc:spChg>
        <pc:spChg chg="add">
          <ac:chgData name="V YUGANDHAR" userId="3f9e8be6ddac5864" providerId="LiveId" clId="{FCC852F4-6724-4F00-B3B9-D8B0111159E2}" dt="2026-07-22T03:56:04.893" v="65"/>
          <ac:spMkLst>
            <pc:docMk/>
            <pc:sldMk cId="0" sldId="259"/>
            <ac:spMk id="6" creationId="{C9D8B2C2-C277-EE4F-8AE1-099A3C82AD9C}"/>
          </ac:spMkLst>
        </pc:spChg>
        <pc:spChg chg="add mod">
          <ac:chgData name="V YUGANDHAR" userId="3f9e8be6ddac5864" providerId="LiveId" clId="{FCC852F4-6724-4F00-B3B9-D8B0111159E2}" dt="2026-07-22T04:05:56.294" v="131" actId="2711"/>
          <ac:spMkLst>
            <pc:docMk/>
            <pc:sldMk cId="0" sldId="259"/>
            <ac:spMk id="7" creationId="{C15C65E0-1A1F-7F74-B873-A1A22AD53A7C}"/>
          </ac:spMkLst>
        </pc:spChg>
        <pc:graphicFrameChg chg="add mod">
          <ac:chgData name="V YUGANDHAR" userId="3f9e8be6ddac5864" providerId="LiveId" clId="{FCC852F4-6724-4F00-B3B9-D8B0111159E2}" dt="2026-07-22T03:57:01.572" v="68" actId="1076"/>
          <ac:graphicFrameMkLst>
            <pc:docMk/>
            <pc:sldMk cId="0" sldId="259"/>
            <ac:graphicFrameMk id="4" creationId="{DCEFF979-D70D-3D48-EF85-B5C8760AD906}"/>
          </ac:graphicFrameMkLst>
        </pc:graphicFrameChg>
      </pc:sldChg>
      <pc:sldChg chg="addSp delSp modSp mod">
        <pc:chgData name="V YUGANDHAR" userId="3f9e8be6ddac5864" providerId="LiveId" clId="{FCC852F4-6724-4F00-B3B9-D8B0111159E2}" dt="2026-07-22T03:59:45.209" v="77" actId="2084"/>
        <pc:sldMkLst>
          <pc:docMk/>
          <pc:sldMk cId="0" sldId="260"/>
        </pc:sldMkLst>
        <pc:spChg chg="mod">
          <ac:chgData name="V YUGANDHAR" userId="3f9e8be6ddac5864" providerId="LiveId" clId="{FCC852F4-6724-4F00-B3B9-D8B0111159E2}" dt="2026-07-22T03:33:24.536" v="59" actId="2711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V YUGANDHAR" userId="3f9e8be6ddac5864" providerId="LiveId" clId="{FCC852F4-6724-4F00-B3B9-D8B0111159E2}" dt="2026-07-22T03:59:16.816" v="75"/>
          <ac:spMkLst>
            <pc:docMk/>
            <pc:sldMk cId="0" sldId="260"/>
            <ac:spMk id="3" creationId="{00000000-0000-0000-0000-000000000000}"/>
          </ac:spMkLst>
        </pc:spChg>
        <pc:graphicFrameChg chg="add mod modGraphic">
          <ac:chgData name="V YUGANDHAR" userId="3f9e8be6ddac5864" providerId="LiveId" clId="{FCC852F4-6724-4F00-B3B9-D8B0111159E2}" dt="2026-07-22T03:59:45.209" v="77" actId="2084"/>
          <ac:graphicFrameMkLst>
            <pc:docMk/>
            <pc:sldMk cId="0" sldId="260"/>
            <ac:graphicFrameMk id="4" creationId="{59976393-10CF-83D8-4178-8C51D5956CA7}"/>
          </ac:graphicFrameMkLst>
        </pc:graphicFrameChg>
      </pc:sldChg>
      <pc:sldChg chg="addSp delSp modSp mod">
        <pc:chgData name="V YUGANDHAR" userId="3f9e8be6ddac5864" providerId="LiveId" clId="{FCC852F4-6724-4F00-B3B9-D8B0111159E2}" dt="2026-07-22T04:00:54.159" v="83" actId="14734"/>
        <pc:sldMkLst>
          <pc:docMk/>
          <pc:sldMk cId="0" sldId="261"/>
        </pc:sldMkLst>
        <pc:spChg chg="mod">
          <ac:chgData name="V YUGANDHAR" userId="3f9e8be6ddac5864" providerId="LiveId" clId="{FCC852F4-6724-4F00-B3B9-D8B0111159E2}" dt="2026-07-22T03:33:38.026" v="60" actId="2711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V YUGANDHAR" userId="3f9e8be6ddac5864" providerId="LiveId" clId="{FCC852F4-6724-4F00-B3B9-D8B0111159E2}" dt="2026-07-22T04:00:39.357" v="79"/>
          <ac:spMkLst>
            <pc:docMk/>
            <pc:sldMk cId="0" sldId="261"/>
            <ac:spMk id="3" creationId="{00000000-0000-0000-0000-000000000000}"/>
          </ac:spMkLst>
        </pc:spChg>
        <pc:graphicFrameChg chg="add mod modGraphic">
          <ac:chgData name="V YUGANDHAR" userId="3f9e8be6ddac5864" providerId="LiveId" clId="{FCC852F4-6724-4F00-B3B9-D8B0111159E2}" dt="2026-07-22T04:00:54.159" v="83" actId="14734"/>
          <ac:graphicFrameMkLst>
            <pc:docMk/>
            <pc:sldMk cId="0" sldId="261"/>
            <ac:graphicFrameMk id="4" creationId="{6C482083-0841-51BC-6890-48CDCB9A52B5}"/>
          </ac:graphicFrameMkLst>
        </pc:graphicFrameChg>
      </pc:sldChg>
      <pc:sldChg chg="modSp mod">
        <pc:chgData name="V YUGANDHAR" userId="3f9e8be6ddac5864" providerId="LiveId" clId="{FCC852F4-6724-4F00-B3B9-D8B0111159E2}" dt="2026-07-22T04:02:09.551" v="88" actId="2711"/>
        <pc:sldMkLst>
          <pc:docMk/>
          <pc:sldMk cId="0" sldId="262"/>
        </pc:sldMkLst>
        <pc:spChg chg="mod">
          <ac:chgData name="V YUGANDHAR" userId="3f9e8be6ddac5864" providerId="LiveId" clId="{FCC852F4-6724-4F00-B3B9-D8B0111159E2}" dt="2026-07-22T03:33:48.227" v="61" actId="2711"/>
          <ac:spMkLst>
            <pc:docMk/>
            <pc:sldMk cId="0" sldId="262"/>
            <ac:spMk id="2" creationId="{00000000-0000-0000-0000-000000000000}"/>
          </ac:spMkLst>
        </pc:spChg>
        <pc:spChg chg="mod">
          <ac:chgData name="V YUGANDHAR" userId="3f9e8be6ddac5864" providerId="LiveId" clId="{FCC852F4-6724-4F00-B3B9-D8B0111159E2}" dt="2026-07-22T04:02:09.551" v="88" actId="2711"/>
          <ac:spMkLst>
            <pc:docMk/>
            <pc:sldMk cId="0" sldId="262"/>
            <ac:spMk id="3" creationId="{00000000-0000-0000-0000-000000000000}"/>
          </ac:spMkLst>
        </pc:spChg>
      </pc:sldChg>
      <pc:sldChg chg="addSp modSp new mod">
        <pc:chgData name="V YUGANDHAR" userId="3f9e8be6ddac5864" providerId="LiveId" clId="{FCC852F4-6724-4F00-B3B9-D8B0111159E2}" dt="2026-07-22T04:06:24.615" v="133" actId="1076"/>
        <pc:sldMkLst>
          <pc:docMk/>
          <pc:sldMk cId="3694534091" sldId="263"/>
        </pc:sldMkLst>
        <pc:spChg chg="add mod">
          <ac:chgData name="V YUGANDHAR" userId="3f9e8be6ddac5864" providerId="LiveId" clId="{FCC852F4-6724-4F00-B3B9-D8B0111159E2}" dt="2026-07-22T04:06:24.615" v="133" actId="1076"/>
          <ac:spMkLst>
            <pc:docMk/>
            <pc:sldMk cId="3694534091" sldId="263"/>
            <ac:spMk id="2" creationId="{6DC50947-029B-1280-E0FF-A60E1AE4613D}"/>
          </ac:spMkLst>
        </pc:spChg>
        <pc:spChg chg="add mod">
          <ac:chgData name="V YUGANDHAR" userId="3f9e8be6ddac5864" providerId="LiveId" clId="{FCC852F4-6724-4F00-B3B9-D8B0111159E2}" dt="2026-07-22T04:06:16.211" v="132" actId="255"/>
          <ac:spMkLst>
            <pc:docMk/>
            <pc:sldMk cId="3694534091" sldId="263"/>
            <ac:spMk id="3" creationId="{AF04B991-767F-87AC-C544-40B48273BAE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643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488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35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88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7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6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9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942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9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67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2147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872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5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728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73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7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250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804" y="1740649"/>
            <a:ext cx="6620968" cy="1336507"/>
          </a:xfrm>
        </p:spPr>
        <p:txBody>
          <a:bodyPr/>
          <a:lstStyle/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 Using Tabular Representation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Name:</a:t>
            </a:r>
            <a:r>
              <a:rPr lang="en-US" dirty="0"/>
              <a:t> S. Rushi Keshava Reddy</a:t>
            </a:r>
            <a:endParaRPr dirty="0"/>
          </a:p>
          <a:p>
            <a:r>
              <a:rPr dirty="0"/>
              <a:t>Reg No:</a:t>
            </a:r>
            <a:r>
              <a:rPr lang="en-US" dirty="0"/>
              <a:t> 192472355</a:t>
            </a:r>
            <a:endParaRPr dirty="0"/>
          </a:p>
          <a:p>
            <a:r>
              <a:rPr dirty="0"/>
              <a:t>Department: CSE-AI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2228" y="1748125"/>
            <a:ext cx="7814855" cy="4195481"/>
          </a:xfrm>
        </p:spPr>
        <p:txBody>
          <a:bodyPr/>
          <a:lstStyle/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 helps evaluate the efficiency and performance of different algorithms. 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Tabular representation provides a clear and organized way to compare algorithm characteristics.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enables easy comparison of time complexity, space complexity, and practical applications. 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algorithms helps in selecting the most suitable algorithm for a given problem.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2554504"/>
            <a:ext cx="6711654" cy="2686223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searching and sorting algorithms using a tabular representation.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time and space complexity of each algorithm.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strengths and limitations of different algorithms.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most efficient algorithm for different application scenarios.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&amp; Assumptions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EFF979-D70D-3D48-EF85-B5C8760AD9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190601"/>
              </p:ext>
            </p:extLst>
          </p:nvPr>
        </p:nvGraphicFramePr>
        <p:xfrm>
          <a:off x="728765" y="1944483"/>
          <a:ext cx="6711950" cy="1828800"/>
        </p:xfrm>
        <a:graphic>
          <a:graphicData uri="http://schemas.openxmlformats.org/drawingml/2006/table">
            <a:tbl>
              <a:tblPr/>
              <a:tblGrid>
                <a:gridCol w="3355975">
                  <a:extLst>
                    <a:ext uri="{9D8B030D-6E8A-4147-A177-3AD203B41FA5}">
                      <a16:colId xmlns:a16="http://schemas.microsoft.com/office/drawing/2014/main" val="2281579368"/>
                    </a:ext>
                  </a:extLst>
                </a:gridCol>
                <a:gridCol w="3355975">
                  <a:extLst>
                    <a:ext uri="{9D8B030D-6E8A-4147-A177-3AD203B41FA5}">
                      <a16:colId xmlns:a16="http://schemas.microsoft.com/office/drawing/2014/main" val="3045171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3744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Small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100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63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Medium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1,000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61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Large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10,000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953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Very Large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100,000+ elements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399037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5C65E0-1A1F-7F74-B873-A1A22AD53A7C}"/>
              </a:ext>
            </a:extLst>
          </p:cNvPr>
          <p:cNvSpPr txBox="1"/>
          <p:nvPr/>
        </p:nvSpPr>
        <p:spPr>
          <a:xfrm>
            <a:off x="728765" y="4395019"/>
            <a:ext cx="72648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stored in an array.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size is represented by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requires the data to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976393-10CF-83D8-4178-8C51D5956C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242843"/>
              </p:ext>
            </p:extLst>
          </p:nvPr>
        </p:nvGraphicFramePr>
        <p:xfrm>
          <a:off x="827088" y="1853248"/>
          <a:ext cx="6711951" cy="2560320"/>
        </p:xfrm>
        <a:graphic>
          <a:graphicData uri="http://schemas.openxmlformats.org/drawingml/2006/table">
            <a:tbl>
              <a:tblPr/>
              <a:tblGrid>
                <a:gridCol w="2237317">
                  <a:extLst>
                    <a:ext uri="{9D8B030D-6E8A-4147-A177-3AD203B41FA5}">
                      <a16:colId xmlns:a16="http://schemas.microsoft.com/office/drawing/2014/main" val="1399310331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3446174801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38516066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Case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Condition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Time Complexity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4839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Element found in first comparison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O(1)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329616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Element found after a few comparisons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O(log n)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35254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Worst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Element is last or not found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O(log n)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77701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482083-0841-51BC-6890-48CDCB9A52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8731574"/>
              </p:ext>
            </p:extLst>
          </p:nvPr>
        </p:nvGraphicFramePr>
        <p:xfrm>
          <a:off x="738598" y="2042975"/>
          <a:ext cx="6711951" cy="2081993"/>
        </p:xfrm>
        <a:graphic>
          <a:graphicData uri="http://schemas.openxmlformats.org/drawingml/2006/table">
            <a:tbl>
              <a:tblPr/>
              <a:tblGrid>
                <a:gridCol w="2237317">
                  <a:extLst>
                    <a:ext uri="{9D8B030D-6E8A-4147-A177-3AD203B41FA5}">
                      <a16:colId xmlns:a16="http://schemas.microsoft.com/office/drawing/2014/main" val="2442459425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2703548553"/>
                    </a:ext>
                  </a:extLst>
                </a:gridCol>
                <a:gridCol w="2237317">
                  <a:extLst>
                    <a:ext uri="{9D8B030D-6E8A-4147-A177-3AD203B41FA5}">
                      <a16:colId xmlns:a16="http://schemas.microsoft.com/office/drawing/2014/main" val="423864368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Case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Time Complexity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Performance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051800"/>
                  </a:ext>
                </a:extLst>
              </a:tr>
              <a:tr h="531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O(1)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Very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553909"/>
                  </a:ext>
                </a:extLst>
              </a:tr>
              <a:tr h="545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Average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O(log n)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50951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Worst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O(log n)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Efficient even for 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945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was analyzed under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best, average, and worst-case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scenarios. 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performs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best case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average and worst cases. 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remains efficient even for large sorted datasets.</a:t>
            </a:r>
          </a:p>
          <a:p>
            <a:pPr>
              <a:defRPr sz="2200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Hence,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 fast and efficient searching algorithm for sorted data.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C50947-029B-1280-E0FF-A60E1AE4613D}"/>
              </a:ext>
            </a:extLst>
          </p:cNvPr>
          <p:cNvSpPr txBox="1"/>
          <p:nvPr/>
        </p:nvSpPr>
        <p:spPr>
          <a:xfrm>
            <a:off x="727586" y="294968"/>
            <a:ext cx="4473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4B991-767F-87AC-C544-40B48273BAEC}"/>
              </a:ext>
            </a:extLst>
          </p:cNvPr>
          <p:cNvSpPr txBox="1"/>
          <p:nvPr/>
        </p:nvSpPr>
        <p:spPr>
          <a:xfrm>
            <a:off x="727586" y="1779639"/>
            <a:ext cx="699073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Search is an efficient algorithm for searching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data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search space by half in each step, resulting 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case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O(1)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average and worst cases are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O(log n)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Binary Search is preferred for fast searching in large sorted datasets.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534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</TotalTime>
  <Words>380</Words>
  <Application>Microsoft Office PowerPoint</Application>
  <PresentationFormat>On-screen Show (4:3)</PresentationFormat>
  <Paragraphs>67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Century Gothic</vt:lpstr>
      <vt:lpstr>Times New Roman</vt:lpstr>
      <vt:lpstr>Wingdings</vt:lpstr>
      <vt:lpstr>Wingdings 3</vt:lpstr>
      <vt:lpstr>Ion</vt:lpstr>
      <vt:lpstr>Algorithm Comparison Using Tabular Representation</vt:lpstr>
      <vt:lpstr>Introduction</vt:lpstr>
      <vt:lpstr>Problem Statement &amp; Objectives</vt:lpstr>
      <vt:lpstr>Dataset Size &amp; Assumptions</vt:lpstr>
      <vt:lpstr>Comparison Table</vt:lpstr>
      <vt:lpstr>Performance Analysis</vt:lpstr>
      <vt:lpstr>Results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 YUGANDHAR</cp:lastModifiedBy>
  <cp:revision>1</cp:revision>
  <dcterms:created xsi:type="dcterms:W3CDTF">2013-01-27T09:14:16Z</dcterms:created>
  <dcterms:modified xsi:type="dcterms:W3CDTF">2026-07-22T04:07:25Z</dcterms:modified>
  <cp:category/>
</cp:coreProperties>
</file>